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well\AppData\Local\Temp\ktr-pptx\investor-slides\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Acoustic Intelligence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Live Sound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Presentation  •  March 2026  •  Confidential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Wells, Founder &amp; CTO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killthering.com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$4.2B Industry Running on Guesswork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4560" y="14173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room analyzer (Smaart) costs $800+ and requires a calibrated measurement microphone ($200+)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94560" y="22860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venue requires 15-30 minutes of setup: pink noise, swept sine, audience-free measurement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31546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tools that can analyze a room in real-time during a live performance with audience present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94560" y="40233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live sound engineers at small-to-mid venues have never performed a formal room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Room Analysis — Zero Setup, Zero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transforms any smartphone or laptop into a professional room analyzer.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browser. Grant mic access. Get real-time room correction EQ in seconds — during a live show, with audience present.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 Signal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ambient sound as excitation source — music, speech, crowd noise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182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Calibration Mic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1821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any microphone, including smartphone MEMS mics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6210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6210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62102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50fps analysis, continuous room tracking during performance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0599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059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405993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— no app install, works on any device with a browser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4988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4988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44988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 to end users — professional-grade analysis, zero barrier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Algorithms That Accidentally Discovered Something New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captures ambient audio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8192-point FFT at 50fps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4A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371600"/>
            <a:ext cx="192024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2011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algorithms + ML model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every spectral peak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4A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011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Content-adaptive fusion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false-positive gates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4A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95160" y="13716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371600"/>
            <a:ext cx="19202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2011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EQ recommendations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pitch translation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1A223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7490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resonances and acoustic feedback produce identical spectral signatures — persistent, narrow, high-Q peaks with stable magnitude and phase. Our 6-algorithm system detects room resonances as "feedback" because to a spectrum analyzer, they are physically indistinguishable.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‖S_fb − S_rm‖₂ → 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Sound + Pro Audio + Architectural Acoustics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Sound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(Verified Market Research 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Sound Engineers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(est.)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of Worship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alone (NCCS 2020)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Acoustics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(Grand View Research 2024)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8046720" cy="2011680"/>
          </a:xfrm>
          <a:prstGeom prst="roundRect">
            <a:avLst>
              <a:gd name="adj" fmla="val 4545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Segmentation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7315200" cy="365760"/>
          </a:xfrm>
          <a:prstGeom prst="roundRect">
            <a:avLst>
              <a:gd name="adj" fmla="val 12500"/>
            </a:avLst>
          </a:prstGeom>
          <a:solidFill>
            <a:srgbClr val="2A2318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291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$6.0B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live sound + pro audio + room acoustics market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79476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4202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03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engineers + venues who would use browser-based tools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2976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22A1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297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54480" y="4297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6032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Realistically capturable in 5 years (freemium + pro tiers)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Tool Does What KTR Does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KTR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4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4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($800)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4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4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(Free)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4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Dirac Live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894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($400)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signal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Calibrated mic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analysis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50fps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with audience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Difficult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sec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 recommendations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browser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Win/Mac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Win/Mac/Lin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Win/Mac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KTR is the only tool that performs real-time room analysis with zero setup.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Offering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Breakthrough Capabilities in One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121E3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84048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1: FEEDBACK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— Live Since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Identifies feedback frequencies in real-time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33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6-algorithm fusion with ML meta-model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9809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Content-adaptive: speech, music, worship, outdoor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3284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EQ recommendations with pitch translation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8 venue-specific mode presets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Zero false positives on sustained vowels,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Auto-Tune, flangers (gate system)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121E36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71600"/>
            <a:ext cx="38404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2: ROOM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Discovery — March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Identifies room resonance modes in real-time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33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Uses ambient sound — no test signal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9809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Works with any mic (even smartphone MEMS)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3284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Generates room correction EQ profiles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75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Continuous monitoring during live events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Replaces $800+ measurement systems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browser tab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Moat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Technical IP Protecting a First-Mover Advantage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6-Algorithm Fusion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MSD, Phase Coherence, Spectral Flatness, Comb Pattern, IHR (novel), PTMR (novel). Two algorithms are entirely novel inventions.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Content-Adaptive Weights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weight profiles auto-selected by real-time content classification (centroid, rolloff, flatness, crest factor).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Meta-Model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(929 params) trained on labeled user feedback. Evolves continuously — gets smarter with every user.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10896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Patent Filed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USPTO provisional application filed March 20, 2026. 16 claims covering fusion architecture + room analysis discovery.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108960"/>
            <a:ext cx="26517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Multiplicative Gates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611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IHR, PTMR, Comb Stability, Formant, Chromatic gates eliminate false positives. Competitors would need years to replicate.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108960"/>
            <a:ext cx="265176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 Paper Submitted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611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publication establishing scientific priority. Formal academic validation of the discovery.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Deployed, and Generating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Status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killthering.com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 TypeScript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483 passing, 28 suites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weekly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Milestones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200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6-algorithm fusion engine (complete)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401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ML inference pipeline with ONNX (complete)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602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PWA with offline support (complete)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8039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Ring-out wizard for calibration (complete)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0050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Anonymous data collection pipeline (complete)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Room analysis discovery (March 2026)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4074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 provisional patent filed (March 2026)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200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Dedicated Room Analysis mode in 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401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Formal validation vs Smaart/REW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602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AES paper publication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8039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User growth + community building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0050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Pro tier with advanced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4206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Mobile app (React Native)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44074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Partnerships with audio equipment OEMs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with Pro Tiers and Enterprise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2103120" cy="18288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feedback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room analysis mode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8 venue mode presets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Browser-based PWA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Community support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21E36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37160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$9.99/mo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03320" y="2286000"/>
            <a:ext cx="2103120" cy="18288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2423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Everything in Free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697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Advanced room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11880" y="2971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Export: PDF/CSV/JSON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3246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 sensitivity profiles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3520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Session history &amp; analytics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794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Priority support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83680" y="2286000"/>
            <a:ext cx="2103120" cy="18288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423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Everything in Pro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697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Multi-venue management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971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 accounts &amp; roles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246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API access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520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White-label option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794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support &amp; training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Small Venues to Global Tours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of Worship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 in U.S.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services, volunteer sound teams, limited budgets. Need simple tools that work without expertise.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Small-to-Mid Venues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globally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Bars, clubs, conference rooms, theaters. No dedicated sound engineer on staff.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Touring Engineers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50K+ globally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venue every night. Need instant room analysis without setup time.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Acoustics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$1.8B market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consultants, architects, studio designers. Room correction is core workflow.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8221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3K+ programs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114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engineering schools, music technology programs. Teaching tool for room acoustics.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Audio OEMs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38221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114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Mixer/speaker manufacturers. White-label KTR into hardware products.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Community-Led Growth with Strategic Partnerships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Q3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Free PWA live at killthering.com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Organic growth via audio engineering communities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626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Reddit (r/livesound, r/audioengineering), forums, YouTube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AES paper publication for credibility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Build user base for ML training data 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371600"/>
            <a:ext cx="26517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MONETIZATION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 — Q2 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Launch Pro tier ($9.99/mo)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Room analysis as premium feature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9626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PDF/CSV export, session history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Partnership outreach to pro audio brands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Targeted marketing to houses of worship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SCALE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Enterprise tier with API access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White-label partnerships with OEMs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9626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Mobile app (React Native)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International expansion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Hardware integration (DSP processors)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Vision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an Engineer, For Engineers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21E36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Wells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with deep expertise in real-time audio signal processing, Web Audio API, and machine learning. Built the entire KTR system — 37K+ lines of TypeScript, 488 tests, 6 novel detection algorithms.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21E36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 Professional Audio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live sound engineer — from the volunteer at a church to the touring professional — deserves access to the same analysis tools the top 1% use. KTR makes that possible with zero cost, zero setup, and zero expertise required.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121E36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Property Portfolio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Provisional Patent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3886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March 20, 2026 — 16 claims covering 6-algorithm fusion + room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 Convention Paper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40690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academic paper establishing scientific 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4069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Whitepaper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4251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technical documentation for partners and investors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4251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Secrets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4434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multiplicative gate algorithms, content-adaptive weight profiles, ML training pipeline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0" y="4434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well\AppData\Local\Temp\ktr-pptx\investor-slides\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world's first real-time room analyzer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requires no test signal, no calibration mic,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setup — powered by a patented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6-algorithm acoustic intelligence engine.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283464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Wells  •  don@killthering.com  •  killthering.com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Provisional Patent Filed  •  AES Paper Submitted  •  Live at killthering.com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Kill The Ring — Investor Presentation</dc:title>
  <dc:subject>PptxGenJS Presentation</dc:subject>
  <dc:creator>Don Wells</dc:creator>
  <cp:lastModifiedBy>Don Wells</cp:lastModifiedBy>
  <cp:revision>1</cp:revision>
  <dcterms:created xsi:type="dcterms:W3CDTF">2026-03-20T07:10:32Z</dcterms:created>
  <dcterms:modified xsi:type="dcterms:W3CDTF">2026-03-20T07:10:32Z</dcterms:modified>
</cp:coreProperties>
</file>