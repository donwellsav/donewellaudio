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MSD</c:v>
                  </c:pt>
                  <c:pt idx="1">
                    <c:v>Phase</c:v>
                  </c:pt>
                  <c:pt idx="2">
                    <c:v>Spectral</c:v>
                  </c:pt>
                  <c:pt idx="3">
                    <c:v>Comb</c:v>
                  </c:pt>
                  <c:pt idx="4">
                    <c:v>IHR</c:v>
                  </c:pt>
                  <c:pt idx="5">
                    <c:v>PTMR</c:v>
                  </c:pt>
                  <c:pt idx="6">
                    <c:v>ML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0.27</c:v>
                </c:pt>
                <c:pt idx="1">
                  <c:v>0.23</c:v>
                </c:pt>
                <c:pt idx="2">
                  <c:v>0.11</c:v>
                </c:pt>
                <c:pt idx="3">
                  <c:v>0.07</c:v>
                </c:pt>
                <c:pt idx="4">
                  <c:v>0.12</c:v>
                </c:pt>
                <c:pt idx="5">
                  <c:v>0.1</c:v>
                </c:pt>
                <c:pt idx="6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Speech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MSD</c:v>
                  </c:pt>
                  <c:pt idx="1">
                    <c:v>Phase</c:v>
                  </c:pt>
                  <c:pt idx="2">
                    <c:v>Spectral</c:v>
                  </c:pt>
                  <c:pt idx="3">
                    <c:v>Comb</c:v>
                  </c:pt>
                  <c:pt idx="4">
                    <c:v>IHR</c:v>
                  </c:pt>
                  <c:pt idx="5">
                    <c:v>PTMR</c:v>
                  </c:pt>
                  <c:pt idx="6">
                    <c:v>ML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</c:v>
                </c:pt>
                <c:pt idx="1">
                  <c:v>0.22</c:v>
                </c:pt>
                <c:pt idx="2">
                  <c:v>0.09</c:v>
                </c:pt>
                <c:pt idx="3">
                  <c:v>0.04</c:v>
                </c:pt>
                <c:pt idx="4">
                  <c:v>0.09</c:v>
                </c:pt>
                <c:pt idx="5">
                  <c:v>0.16</c:v>
                </c:pt>
                <c:pt idx="6">
                  <c:v>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Music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MSD</c:v>
                  </c:pt>
                  <c:pt idx="1">
                    <c:v>Phase</c:v>
                  </c:pt>
                  <c:pt idx="2">
                    <c:v>Spectral</c:v>
                  </c:pt>
                  <c:pt idx="3">
                    <c:v>Comb</c:v>
                  </c:pt>
                  <c:pt idx="4">
                    <c:v>IHR</c:v>
                  </c:pt>
                  <c:pt idx="5">
                    <c:v>PTMR</c:v>
                  </c:pt>
                  <c:pt idx="6">
                    <c:v>ML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0.07</c:v>
                </c:pt>
                <c:pt idx="1">
                  <c:v>0.32</c:v>
                </c:pt>
                <c:pt idx="2">
                  <c:v>0.09</c:v>
                </c:pt>
                <c:pt idx="3">
                  <c:v>0.07</c:v>
                </c:pt>
                <c:pt idx="4">
                  <c:v>0.22</c:v>
                </c:pt>
                <c:pt idx="5">
                  <c:v>0.13</c:v>
                </c:pt>
                <c:pt idx="6">
                  <c:v>0.1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Compressed</c:v>
                </c:pt>
              </c:strCache>
            </c:strRef>
          </c:tx>
          <c:spPr>
            <a:solidFill>
              <a:srgbClr val="9B59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MSD</c:v>
                  </c:pt>
                  <c:pt idx="1">
                    <c:v>Phase</c:v>
                  </c:pt>
                  <c:pt idx="2">
                    <c:v>Spectral</c:v>
                  </c:pt>
                  <c:pt idx="3">
                    <c:v>Comb</c:v>
                  </c:pt>
                  <c:pt idx="4">
                    <c:v>IHR</c:v>
                  </c:pt>
                  <c:pt idx="5">
                    <c:v>PTMR</c:v>
                  </c:pt>
                  <c:pt idx="6">
                    <c:v>ML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0.11</c:v>
                </c:pt>
                <c:pt idx="1">
                  <c:v>0.27</c:v>
                </c:pt>
                <c:pt idx="2">
                  <c:v>0.16</c:v>
                </c:pt>
                <c:pt idx="3">
                  <c:v>0.07</c:v>
                </c:pt>
                <c:pt idx="4">
                  <c:v>0.16</c:v>
                </c:pt>
                <c:pt idx="5">
                  <c:v>0.13</c:v>
                </c:pt>
                <c:pt idx="6">
                  <c:v>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6EDF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8B949E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8B949E"/>
                    </a:solidFill>
                    <a:latin typeface="Arial"/>
                  </a:rPr>
                  <a:t>Weight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well\AppData\Local\Temp\ktr-pptx\slides\tit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PRESENTATION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Room Acoustic Resonance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via Multi-Algorithm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Detection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Six Fused Algorithms Accidentally Became a Room Analyzer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3840480"/>
            <a:ext cx="2743200" cy="2743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 Wells  •  Kill The Ring Project  •  March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Observation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20, 2026 — An Unexpected Result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1C2128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6304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KTR running in Ring Out mode (2 dB threshold)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DF3"/>
                </a:solidFill>
              </a:rPr>
              <a:t>No feedback loop present — mic not routed to speakers
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DF3"/>
                </a:solidFill>
              </a:rPr>
              <a:t>System generates sustained EQ advisories for persistent spectral peaks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6A085"/>
                </a:solidFill>
              </a:rPr>
              <a:t>Advisory frequencies match expected room resonance modes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</a:rPr>
              <a:t>The system was detecting </a:t>
            </a:r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</a:rPr>
              <a:t>room resonances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</a:rPr>
              <a:t> and generating </a:t>
            </a:r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</a:rPr>
              <a:t>room correction EQ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</a:rPr>
              <a:t> — with zero setup.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bug. It is physics.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Real-Time Processing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THREAD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201168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AudioContext → 8192-pt FFT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 Detection (50 fps)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Prominence via Prefix-Sum O(1)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 Scoring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254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WORKER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201168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0116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Detection Algorithms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Content-Adaptive Fusion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Multiplicative Gates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Meta-Model (ONNX)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874520"/>
            <a:ext cx="201168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01168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 RTA (30 fps)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Advisory Cards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PEQ Recommendations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(PDF/TXT/CSV)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6A085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150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6A085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Zero-copy Transferable Buffers  •  Worker backpressure: drop if busy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Detection Algorithms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Analysis of Different Physical Characteristics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280160"/>
                <a:gridCol w="1280160"/>
                <a:gridCol w="2926080"/>
                <a:gridCol w="12801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Magnitude stability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2nd-derivative stencil, sparse 256-slot pool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Rohdenburg (DAFx-16)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Coherence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stability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Circular statistics mean phasor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Fisher (1993)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Spectral Flatness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Tonal character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Geometric/arithmetic mean + kurtosis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Glasberg-Moore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 Pattern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 spacing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f, 2f, 3f matching ±5%, ≥3 harmonics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Acoustic path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IHR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Inter-harmonic energy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Sideband energy ratio ±5-40 bins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PTMR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sharpness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dB − median(40-bin window)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ML Meta-Model (MLP 11→32→16→1, 929 params, 4KB ONNX) as 7th fusion component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Formulas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Foundation of Each Detection Algorithm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C212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8988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389888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MSD(k) = (1/N) Σ|v(k,n) − 2·v(k,n−1) + v(k,n−2)|²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C212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019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901952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|(1/N) Σ[cos(Δφᵢ) + j·sin(Δφᵢ)]|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C212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1401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Flatness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414016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 = (∏ xᵢ)^(1/N) / (1/N · Σ xᵢ)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C212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260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926080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Δf = c/d    (speed of sound / path length)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C212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3814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438144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IHR = E_interharmonic / E_harmonic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8046720" cy="438912"/>
          </a:xfrm>
          <a:prstGeom prst="roundRect">
            <a:avLst>
              <a:gd name="adj" fmla="val 10417"/>
            </a:avLst>
          </a:prstGeom>
          <a:solidFill>
            <a:srgbClr val="1C212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5020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PTMR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950208"/>
            <a:ext cx="6583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PTMR_dB = S[peak] − median(S[peak ± 20 bins])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81144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1C2128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59943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459943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P(fb) = Σ(sᵢ · wᵢ) / Σ(wᵢ)    Confidence = P · (0.5 + 0.5 · (1 − √Var))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Content-Adaptive Weighted Fusion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Weight Profiles Selected by Real-Time Content Classification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365760" y="137160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Post-Fusion Multiplicative Gates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Independent False-Positive Suppression Gates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310896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Activation Condition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Suppresses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IHR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0.65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harmonics ≥ 3 AND IHR &gt; 0.35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Musical instruments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PTMR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0.80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PTMR feedbackScore &lt; 0.2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 spectral 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 Stability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0.25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Spacing CV &gt; 0.05 (16 frames)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Flangers / phasers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Formant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0.65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2+ peaks in F1/F2/F3, Q ∈ [3,20]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Sustained singing vowels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Chromatic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 0.60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±5 cents from 12-TET, coh &gt; 0.80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Auto-Tuned vocals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are multiplicative and stack. Musical instrument: IHR + Comb = P × 0.65 × 0.25 = 83.75% reduction.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Physical Equivalence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Room Resonances ARE Feedback — From the Spectrum's Perspective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ACOUSTIC FEEDBACK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by electroacoustic loop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(mic → amp → speaker → air → mic)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Self-sustaining narrowband oscillation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specific frequency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RESONANCE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by wall reflections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(standing wave between surfaces)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Self-sustaining narrowband oscillation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specific frequency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C2128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03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Spectral Signature Equivalence:  ‖S_fb − S_rm‖₂ → 0   for persistent narrowband peaks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Score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Resonance vs. Acoustic Feedback — All Six Algorithms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1463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 Resonance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Acoustic Feedback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Distinguishable?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 (very stable)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 (very stable)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Coherence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 – 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 – 0.98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Spectral Flatness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0.05 (tonal)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0.05 (tonal)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 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match (axial)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 (loop)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IHR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 (clean)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 (pure tone)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PTMR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(sharp peak)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(sharp peak)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6 algorithms produce completely indistinguishable scores.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Bypass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None of the Five Gates Suppress Room Resonances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5120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Reason Room Modes Bypass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IHR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BYPASSED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Isolated peaks: harmonicsFound = 0–1, IHR ≈ 0.05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PTMR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BYPASSED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 peaks: PTMR feedbackScore ≈ 0.7–0.9 (above threshold)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 Stability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BYPASSED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Stationary peaks: spacing CV ≈ 0 (below threshold)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Formant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BYPASSED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isolated peak, not in vocal formant 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Chromatic Gate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BYPASSED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 mode freqs ≠ 12-TET semitone grid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 Mode Gates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DISABLED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roomPreset = "none" (default) → entire block skipped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modes pass through the entire detection pipeline without any suppression.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 Advisory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Produces — Room Correction Filter Specs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127 Hz (B2)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   Q: 12.4   Cut: -3.8 dB</a:t>
            </a:r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   MODERATE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247 Hz (B3)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   Q: 8.3   Cut: -4.2 dB</a:t>
            </a:r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   MODERATE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315 Hz (D#4)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   Q: 15.1   Cut: -2.6 dB</a:t>
            </a:r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</a:rPr>
              <a:t>   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611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502 Hz (B4)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   Q: 6.7   Cut: -5.1 dB</a:t>
            </a:r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   HIGH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1C212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6304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Each advisory card IS a room
correction filter specification: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</a:rPr>
              <a:t>Frequency → room mode freq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</a:rPr>
              <a:t>Q factor → resonance width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</a:rPr>
              <a:t>Cut depth → MINDS + ERB scaling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ERB(f) = 24.7·(4.37f/1000 + 1)
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6A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×0.7 (&lt;500Hz)  ×1.0  ×1.2 (&gt;2kHz)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Art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KTR Room Analysis vs. Existing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Smaart v8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Dirac Live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signal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Pink noise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Swept sine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Swept sine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Cal. mic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(50fps)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 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Difficult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 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15–30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10–20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15–30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PEQ recs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Xfer func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 + EQ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Room corr.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No phase response measurement (magnitude-only analysis)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Constraints and Optimizations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MSD Pool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slots × 64 frames = 64 KB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(vs. 1 MB dense). LRU eviction.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Prefix-Sum O(1)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Float64Array prefix sum for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 neighborhood averaging.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EXP_LUT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1001-entry dB→linear table.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 12 dB below threshold skip.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Transferable Buffers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Zero-copy Float32Array transfer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between threads.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926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Backpressure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worker busy, peak DROPPED.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 &gt; completeness.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92608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61B22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3017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30fps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33832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Sufficient for spectrum viz.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Saves 50% GPU vs 60fps.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Assessment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74C3C"/>
                </a:solidFill>
              </a:rPr>
              <a:t>Lower SNR than dedicated measurement signals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</a:rPr>
              <a:t>Ambient excitation is uncontrolled — frequency coverage depends on sounds present.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74C3C"/>
                </a:solidFill>
              </a:rPr>
              <a:t>No phase response measurement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</a:rPr>
              <a:t>Magnitude-only analysis. Cannot perform minimum-phase EQ corrections.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74C3C"/>
                </a:solidFill>
              </a:rPr>
              <a:t>Cannot distinguish room modes from other persistent peaks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</a:rPr>
              <a:t>HVAC noise, structural vibration, electrical hum produce similar signatures.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74C3C"/>
                </a:solidFill>
              </a:rPr>
              <a:t>Uncalibrated microphone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</a:rPr>
              <a:t>Mitigated by A-weighting + MEMS calibration profiles.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74C3C"/>
                </a:solidFill>
              </a:rPr>
              <a:t>Sensitivity trade-off
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6EDF3"/>
                </a:solidFill>
              </a:rPr>
              <a:t>High sensitivity for room analysis increases FP rate for feedback detection.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Ring  •  killthering.com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well\AppData\Local\Temp\ktr-pptx\slides\tit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28016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Room resonances and acoustic feedback are spectrally identical.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DF3"/>
                </a:solidFill>
              </a:rPr>
              <a:t>A system designed to detect one inherently detects the other.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</a:rPr>
              <a:t>This is not an implementation artifact — it is a consequence of the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6EDF3"/>
                </a:solidFill>
              </a:rPr>
              <a:t>Spectral Signature Equivalence Theorem: 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‖S_fb − S_rm‖₂ → 0
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34747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3498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520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352044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validation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Smaart/REW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34747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3520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46120" y="352044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Room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mode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34747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37760" y="3520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03520" y="352044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discrimination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(room vs. feedback)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03720" y="347472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95160" y="3520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60920" y="352044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study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 Wells  •  Kill The Ring  •  killthering.com  •  March 2026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Emergent Room Resonance Analysis via Multi-Algorithm Feedback Detection</dc:title>
  <dc:subject>PptxGenJS Presentation</dc:subject>
  <dc:creator>Don Wells</dc:creator>
  <cp:lastModifiedBy>Don Wells</cp:lastModifiedBy>
  <cp:revision>1</cp:revision>
  <dcterms:created xsi:type="dcterms:W3CDTF">2026-03-20T07:05:58Z</dcterms:created>
  <dcterms:modified xsi:type="dcterms:W3CDTF">2026-03-20T07:05:58Z</dcterms:modified>
</cp:coreProperties>
</file>